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backpropagation-in-neural-network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ackpropagation-in-neural-network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backpropagation-in-neural-network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backpropagation-in-neural-network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ackpropagation-in-neural-network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backpropagation-in-neural-network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backpropagation-in-neural-network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backpropagation-in-neural-network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backpropagation-in-neural-network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backpropagation-in-neural-network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backpropagation-in-neural-network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backpropagation-in-neural-network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backpropagation-in-neural-network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backpropagation-in-neural-network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backpropagation-in-neural-network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backpropagation-in-neural-network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backpropagation-in-neural-network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backpropagation-in-neural-network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backpropagation-in-neural-network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backpropagation-in-neural-network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backpropagation-in-neural-network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backpropagation-in-neural-network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backpropagation-in-neural-network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backpropagation-in-neural-network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backpropagation-in-neural-network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backpropagation-in-neural-network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backpropagation-in-neural-network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backpropagation-in-neural-network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backpropagation-in-neural-network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backpropagation-in-neural-network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backpropagation-in-neural-network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backpropagation-in-neural-network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backpropagation-in-neural-network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backpropagation-in-neural-network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backpropagation-in-neural-network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backpropagation-in-neural-network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backpropagation-in-neural-network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backpropagation-in-neural-network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backpropagation-in-neural-network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backpropagation-in-neural-network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backpropagation-in-neural-network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backpropagation-in-neural-network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backpropagation-in-neural-network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backpropagation-in-neural-network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backpropagation-in-neural-network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backpropagation-in-neural-network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backpropagation-in-neural-network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backpropagation-in-neural-network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-backpropagation-in-neural-networks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backpropagation-in-neural-networks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backpropagation-in-neural-networks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backpropagation-in-neural-networks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backpropagation-in-neural-networks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-backpropagation-in-neural-networks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-backpropagation-in-neural-networks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-backpropagation-in-neural-networks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